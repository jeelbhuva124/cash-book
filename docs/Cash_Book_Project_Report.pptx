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688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923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_LAYOU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CASH-BOOK  •  SMART FINANCE &amp; DIGITAL LEDGER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800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Sutex Bank College of Computer Applications &amp; Science, Amroli  |  B.C.A. Sem-5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Cash-Book Presentation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aclk?sa=L&amp;ai=DChsSEwijhv6TyLGXAxVgk2YCHZBqKh0YACICCAEQABoCc20&amp;ae=2&amp;co=1&amp;ase=2&amp;gclid=CjwKCAjw56zWBhB0EiwAdPOQOSokBOlVIJ0bskGMtF2xWYUnc3ERPrF8Se9gLZ5f2mkoawpSxF_2wBoC1SYQAvD_BwE&amp;cid=CAAS3QHkaHAcFD2R54uccOETTz1Uga3iFRLNhWTWk_pWH1RFP5Gbt7uwPS9523lQLCM40S114Us8YT2MxvZ7el1sdnT1SZ90A9xprKbTthAclyBnm7ZX3j_9-GY-t1LfsUEOL1ld7Jx-eClbUd4U1NhiV1tivYhglWzzMpQFBDSqf0oxWDlGQDrG_C5J3qeD-Oi71TnYrkiyCXBKFj1jGHn5WiDyr8bN3TV5Vzuvc1fsqqC4CrNp1KROPRh7AOWep5ODHvbvikH6jICnh-Vvalc5YZ8TceJ1vHLI0C0lYWle_Q&amp;cce=2&amp;category=acrcp_v1_71&amp;sig=AOD64_3icQpIvTb-x0DYlYfHHMZfwEjjsQ&amp;q&amp;nis=4&amp;adurl&amp;ved=2ahUKEwij2veTyLGXAxVbiuEIHdheBI4Q0Qx6BAgYEAE" TargetMode="External"/><Relationship Id="rId3" Type="http://schemas.openxmlformats.org/officeDocument/2006/relationships/hyperlink" Target="https://reactjs.org/docs/getting-started.html" TargetMode="External"/><Relationship Id="rId7" Type="http://schemas.openxmlformats.org/officeDocument/2006/relationships/hyperlink" Target="https://tailwindcss.com/docs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mongodb.com/manual/" TargetMode="External"/><Relationship Id="rId5" Type="http://schemas.openxmlformats.org/officeDocument/2006/relationships/hyperlink" Target="https://expressjs.com/en/4x/api.html" TargetMode="External"/><Relationship Id="rId4" Type="http://schemas.openxmlformats.org/officeDocument/2006/relationships/hyperlink" Target="https://nodejs.org/en/docs/" TargetMode="External"/><Relationship Id="rId9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731520" y="1805873"/>
            <a:ext cx="7680960" cy="11770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902111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PRESENTATION ON</a:t>
            </a:r>
          </a:p>
        </p:txBody>
      </p:sp>
      <p:sp>
        <p:nvSpPr>
          <p:cNvPr id="9" name="Text 6"/>
          <p:cNvSpPr/>
          <p:nvPr/>
        </p:nvSpPr>
        <p:spPr>
          <a:xfrm>
            <a:off x="914400" y="2130711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Cash-Book: Smart Finance &amp; Digital Ledger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14400" y="26108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Web Application for Personal &amp; Small Business Cashflows, Ledgers &amp; Expense Analytics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3211497"/>
            <a:ext cx="4389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3337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 BY: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36118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Bhuva Jeel M.  (Roll No: 520) – Seat No. : 5564
•  Savsaviya Kushal B.  (Roll No: 526) – Seat No. : 5908
•  Narola Jash M.  (Roll No: 558) – Seat No. : 5812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03520" y="3200400"/>
            <a:ext cx="3108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3337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BY: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77840" y="3657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Prof. Sanskruti </a:t>
            </a: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Ramani
</a:t>
            </a: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Assistant Professor, BCA Dept.
Academic Year: 2026–2027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F2D3D98-E489-6FE9-F5A0-6CCC0406F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" y="0"/>
            <a:ext cx="1560143" cy="128482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1AF320A-87AF-D470-A7BB-AC42FA85BBA6}"/>
              </a:ext>
            </a:extLst>
          </p:cNvPr>
          <p:cNvSpPr/>
          <p:nvPr/>
        </p:nvSpPr>
        <p:spPr>
          <a:xfrm>
            <a:off x="1683702" y="101717"/>
            <a:ext cx="632523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+mj-lt"/>
                <a:cs typeface="Arial" panose="020B0604020202020204" pitchFamily="34" charset="0"/>
              </a:rPr>
              <a:t>Prof.V.B.Shah Institute of Management &amp; R.V.Patel College of Commerce (Eng.Med.) &amp; V.L.Shah College of Commerce (Guj.Med.) &amp; Sutex Bank College of Computer Applications &amp; Science, Amroli</a:t>
            </a:r>
            <a:endParaRPr lang="en-IN" sz="14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1624CC-3BDD-E8FF-64F4-A2639149B54B}"/>
              </a:ext>
            </a:extLst>
          </p:cNvPr>
          <p:cNvSpPr txBox="1"/>
          <p:nvPr/>
        </p:nvSpPr>
        <p:spPr>
          <a:xfrm>
            <a:off x="1569395" y="837836"/>
            <a:ext cx="6381174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</a:schemeClr>
                </a:solidFill>
                <a:latin typeface="+mj-lt"/>
                <a:cs typeface="Arial" panose="020B0604020202020204" pitchFamily="34" charset="0"/>
              </a:rPr>
              <a:t>VEER NARMAD SOUTH GUJARAT UNIVERSITY, SURAT</a:t>
            </a:r>
          </a:p>
          <a:p>
            <a:pPr algn="ctr"/>
            <a:r>
              <a:rPr lang="en-US" sz="1200" dirty="0">
                <a:solidFill>
                  <a:schemeClr val="tx1">
                    <a:lumMod val="95000"/>
                  </a:schemeClr>
                </a:solidFill>
                <a:latin typeface="+mj-lt"/>
                <a:cs typeface="Arial" panose="020B0604020202020204" pitchFamily="34" charset="0"/>
              </a:rPr>
              <a:t>Minor PROJECT REPORT FOR THE DEGREE OF </a:t>
            </a:r>
          </a:p>
          <a:p>
            <a:pPr algn="ctr"/>
            <a:r>
              <a:rPr lang="en-US" sz="1300" dirty="0">
                <a:solidFill>
                  <a:schemeClr val="tx1">
                    <a:lumMod val="95000"/>
                  </a:schemeClr>
                </a:solidFill>
                <a:latin typeface="+mj-lt"/>
                <a:cs typeface="Arial" panose="020B0604020202020204" pitchFamily="34" charset="0"/>
              </a:rPr>
              <a:t>Bachelor of computer application </a:t>
            </a:r>
            <a:r>
              <a:rPr lang="en-US" sz="1200" dirty="0">
                <a:solidFill>
                  <a:schemeClr val="tx1">
                    <a:lumMod val="95000"/>
                  </a:schemeClr>
                </a:solidFill>
                <a:latin typeface="+mj-lt"/>
                <a:cs typeface="Arial" panose="020B0604020202020204" pitchFamily="34" charset="0"/>
              </a:rPr>
              <a:t>(B.C.A 5TH SEMESTER) </a:t>
            </a:r>
            <a:r>
              <a:rPr lang="en-US" sz="1300" dirty="0">
                <a:solidFill>
                  <a:schemeClr val="tx1">
                    <a:lumMod val="95000"/>
                  </a:schemeClr>
                </a:solidFill>
                <a:latin typeface="+mj-lt"/>
                <a:cs typeface="Arial" panose="020B0604020202020204" pitchFamily="34" charset="0"/>
              </a:rPr>
              <a:t>YEAR: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Profile &amp; Specifications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2438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Attribute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Specification Details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Cash-Book: Smart Finance &amp; Digital Ledger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Domain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Finance, Digital Bookkeeping, Small Business Accounts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 Technologies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(Vite Bundler), Tailwind CSS, Framer Motion, Lucide React Icons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Back-End Technologies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Node.js, Express.js (RESTful API Server)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(NoSQL Document Store) with Mongoose ODM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Web Tokens (JWT), Bcrypt Password Hashing, Role-Based Access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Tools &amp; 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Studio Code, Git, GitHub, Postman API Client, MongoDB Compass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Platforms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Cross-Platform Modern Web Browsers (Chrome, Edge, Firefox, Safari)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Overview (Table of Contents)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628897"/>
            <a:ext cx="177432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&amp; Objectives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6027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problem statement &amp; system scope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97480" y="123444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1628897"/>
            <a:ext cx="177432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Architecture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216027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stack, design patterns &amp; development tools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628897"/>
            <a:ext cx="177432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Modeling &amp; Diagrams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16027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Flow, Context DFD &amp; ER Diagrams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29400" y="123444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1628897"/>
            <a:ext cx="177432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216027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collections, constraints &amp; relations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288036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274817"/>
            <a:ext cx="177432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Governance Modules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80619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user controls &amp; platform analytics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97480" y="288036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834640" y="3274817"/>
            <a:ext cx="177432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Digital Ledger Modules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380619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Cashbooks, Party Ledger, EMI tracker &amp; vault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288036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3274817"/>
            <a:ext cx="177432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Best Practices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80619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sessions, hashing &amp; data validation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29400" y="288036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66561" y="3274817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 &amp; Conclusion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380619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scanning, roadmap &amp; project 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&amp; Problem Statement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3703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258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Paper Ledgers (Challenges)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Risk of Data Loss: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books get damaged by water, fire, or accidental misplacement.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Calculation Errors: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arithmetic calculations lead to discrepancies and accounting mistakes.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Lack of Portability: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books cannot be accessed remotely or shared across multiple partners.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Real-Time Insights: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see automated monthly spending charts, trends, or debt forecasts.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1143000"/>
            <a:ext cx="3703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3258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Cash-Book Digital Solution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737360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Cloud Persistence: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MongoDB database ensures transactions are never lost or corrupted.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Calculations: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running balances, income/expense aggregation, and debt summaries.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Multi-Cashbook Sharing: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business partners or family members via email invitations to collaborate.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Built-in Receipts Vault: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digital bill images and attach them directly to monetary transaction logs.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Objectives &amp; Key Goals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371600"/>
            <a:ext cx="41148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716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Simplify Financial Tracking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users to log daily income and expenses in seconds with categorized tags and payment modes.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23444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371600"/>
            <a:ext cx="41148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3716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Tracking (Party Ledger)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17373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credit, borrowing, and lending with automated Net Balance calculators and WhatsApp credit reminder triggers.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371600"/>
            <a:ext cx="41148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3716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Fixed Financial Commitments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7373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tracking of EMIs and recurring subscriptions with due-date calendar views to prevent late fees.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292608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063240"/>
            <a:ext cx="41148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063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Proof Storage (Vault)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4290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physical paper receipts by offering a digital image vault linked to individual transaction records.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83280" y="292608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0440" y="3063240"/>
            <a:ext cx="41148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3063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2336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Decision Making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20440" y="34290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 users and admins with graphical category charts, cash flow breakdowns, and PDF/Excel export reports.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292608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3063240"/>
            <a:ext cx="41148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3063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Security &amp; Privacy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34290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military-grade hashed authentication, active session oversight, and multi-user invitation controls.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Technology Stack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182880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Tier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React.js (v18) Single Page Application
•  Vite Ultra-Fast Build Engine
•  Tailwind CSS Utility Styling
•  Framer Motion Micro-Animations
•  Lucide React Vector Icons Suite
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97480" y="1188720"/>
            <a:ext cx="1828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1188720"/>
            <a:ext cx="1828800" cy="5029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Tier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182880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Node.js Asynchronous Runtime
•  Express.js REST API Server
•  Modular Controller-Route Pattern
•  JSON Request / Response Format
•  CORS &amp; Security Middleware
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828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1828800" cy="50292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Tier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MongoDB Cloud Document Database
•  Mongoose Schema 
•  Embedded Documents &amp; Arrays
•  Indexing for High Query Velocity
•  Aggregation Pipelines for Balance
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29400" y="1188720"/>
            <a:ext cx="1828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29400" y="1188720"/>
            <a:ext cx="1828800" cy="50292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&amp; Tooling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182880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Visual Studio Code Editor
•  Git Version Control &amp; GitHub
•  Postman API Testing Suite
•  MongoDB Compass Database GUI
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Architecture: Admin vs User Roles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7033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370332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Analytics: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overview of active users, total cashbooks, platform transaction volume.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Account Management: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inspect, activate, deactivate, or delete user accounts across the system.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 Oversight: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platform transactions, monitor flags, and ensure database compliance.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Cashbook Governance: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shared cashbooks and invitation links for anti-abuse regulation.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7033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188720"/>
            <a:ext cx="370332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2801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END-USER (CLIENT) MODULE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Multi-Cashbook Ledgers: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distinct personal, household, and business financial books.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Party Ledger (Credit Book):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credit and debit amounts against specific party names with reminder dispatch.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Receipts Vault: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organize bill photos, PDF receipts, and transaction proofs.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Reports &amp; History: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records by date range, payment mode, or category with instant CSV/PDF export.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System Flow Diagram (Process Flow)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5166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98348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051560"/>
            <a:ext cx="23317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63640" y="1234440"/>
            <a:ext cx="196596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63640" y="1234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FLOW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63640" y="1645920"/>
            <a:ext cx="1965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Start: User accesses the          Cash-Book portal.</a:t>
            </a:r>
          </a:p>
          <a:p>
            <a:pPr>
              <a:buSzPct val="100000"/>
            </a:pPr>
            <a:endParaRPr lang="en-US" sz="1000" dirty="0"/>
          </a:p>
          <a:p>
            <a:pPr>
              <a:buSzPct val="100000"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Check: Checks existing    account session; redirects to Sign Up or Login.</a:t>
            </a:r>
            <a:endParaRPr lang="en-US" sz="1000" dirty="0"/>
          </a:p>
          <a:p>
            <a:pPr>
              <a:buSzPct val="100000"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Authorization: Validates hashed credentials via JWT token.</a:t>
            </a:r>
            <a:endParaRPr lang="en-US" sz="1000" dirty="0"/>
          </a:p>
          <a:p>
            <a:pPr>
              <a:buSzPct val="100000"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Menu: Unlocks Dashboard, Transactions, Party Ledger, Receipts, Settings.</a:t>
            </a:r>
          </a:p>
          <a:p>
            <a:pPr>
              <a:buSzPct val="100000"/>
            </a:pPr>
            <a:endParaRPr lang="en-US" sz="1000" dirty="0"/>
          </a:p>
          <a:p>
            <a:pPr>
              <a:buSzPct val="100000"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Execution: Real-time CRUD operations update MongoDB state.</a:t>
            </a:r>
            <a:endParaRPr lang="en-US" sz="1000" dirty="0"/>
          </a:p>
          <a:p>
            <a:pPr>
              <a:buSzPct val="100000"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End: Session termination or logout.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Data Flow Diagram (Context Level 0 DFD)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5166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822314"/>
            <a:ext cx="4983480" cy="1783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051560"/>
            <a:ext cx="23317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63640" y="1234440"/>
            <a:ext cx="196596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63640" y="1234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DFD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63640" y="1645920"/>
            <a:ext cx="1965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Entity (User): Registers, manages transactions, logs debts, views reports.</a:t>
            </a:r>
          </a:p>
          <a:p>
            <a:pPr>
              <a:buSzPct val="100000"/>
            </a:pPr>
            <a:endParaRPr lang="en-US" sz="1000" dirty="0"/>
          </a:p>
          <a:p>
            <a:pPr>
              <a:buSzPct val="100000"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Entity (Admin): Monitors platform metrics, inspects accounts, oversees system health.</a:t>
            </a:r>
            <a:endParaRPr lang="en-US" sz="1000" dirty="0"/>
          </a:p>
          <a:p>
            <a:pPr>
              <a:buSzPct val="100000"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Process (Cash-Book System): Central routing engine processing authenticated payloads.</a:t>
            </a:r>
          </a:p>
          <a:p>
            <a:pPr>
              <a:buSzPct val="100000"/>
            </a:pPr>
            <a:endParaRPr lang="en-US" sz="1000" dirty="0"/>
          </a:p>
          <a:p>
            <a:pPr>
              <a:buSzPct val="100000"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Bi-directional Flows: Alerts, reminders, and generated financial reports flow back to user.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Entity-Relationship (ER) Diagram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5166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27956"/>
            <a:ext cx="4983480" cy="3154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051560"/>
            <a:ext cx="23317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63640" y="1234440"/>
            <a:ext cx="196596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63640" y="1234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 DIAGRAM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63640" y="1645920"/>
            <a:ext cx="1965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Entity: PK email, credentials, admin role flag. Sends invitations, owns cashbooks.</a:t>
            </a:r>
          </a:p>
          <a:p>
            <a:pPr>
              <a:buSzPct val="100000"/>
            </a:pPr>
            <a:endParaRPr lang="en-US" sz="1050" dirty="0"/>
          </a:p>
          <a:p>
            <a:pPr>
              <a:buSzPct val="100000"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Cashbook Entity: Multi-cashbook support containing transactions.</a:t>
            </a:r>
          </a:p>
          <a:p>
            <a:pPr>
              <a:buSzPct val="100000"/>
            </a:pPr>
            <a:endParaRPr lang="en-US" sz="1050" dirty="0"/>
          </a:p>
          <a:p>
            <a:pPr>
              <a:buSzPct val="100000"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Entity: Linked to Cashbook; attributes: amount, type, party, date, time.</a:t>
            </a:r>
          </a:p>
          <a:p>
            <a:pPr>
              <a:buSzPct val="100000"/>
            </a:pPr>
            <a:endParaRPr lang="en-US" sz="1050" dirty="0"/>
          </a:p>
          <a:p>
            <a:pPr>
              <a:buSzPct val="100000"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&amp; Receipt: Categorization mapping &amp; cloud image URL attachment.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645920"/>
            <a:ext cx="109728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DESIGN &amp; SCHEMAS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dictionary, field data types, constraints &amp; Mongoose schemas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73152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Cash-Book: Smart Finance &amp; Digital Ledger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Schema: User Collection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43000"/>
          <a:ext cx="7680960" cy="3027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Required, Trim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display / business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Required, Unique, Lowercase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account identifier &amp; login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Required, Min: 6 chars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Bcrypt-hashed encrypted password 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phone_number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number for SMS/WhatsApp debt reminders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false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distinguishing Admin vs Standard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Enum: [active, suspended]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moderation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Date.now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 when account was registered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Schema: Transaction Collection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359823"/>
              </p:ext>
            </p:extLst>
          </p:nvPr>
        </p:nvGraphicFramePr>
        <p:xfrm>
          <a:off x="731520" y="1143000"/>
          <a:ext cx="7680960" cy="285121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cashbook_id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Ref: Cashbook,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cashbook partition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Required, Trim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 transaction description / 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Required, Min: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Monetary numeric value of transaction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Enum: [income, expense]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indicator affecting net balance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party_type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Enum: [creditor, debtor]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/ Debit tracking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party_name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Optional, Trim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party/person owed to/from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Enum: [Cash, Bank, UPI]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method utilized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/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/ 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Current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timestamp of the record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Schemas: Cashbook &amp; Invitation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Collection: Cashbook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651002"/>
              </p:ext>
            </p:extLst>
          </p:nvPr>
        </p:nvGraphicFramePr>
        <p:xfrm>
          <a:off x="731520" y="1325880"/>
          <a:ext cx="7680960" cy="112471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cashbook_name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title of the ledger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owner_email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 user identifier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of 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[]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accepted member emails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2880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Collection: Invitation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041048"/>
              </p:ext>
            </p:extLst>
          </p:nvPr>
        </p:nvGraphicFramePr>
        <p:xfrm>
          <a:off x="731520" y="3154680"/>
          <a:ext cx="7680960" cy="135331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inviter_email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of user sending the invite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invitee_email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collaborator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Enum: [pending, accepted, rejected]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Invitation status workflow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645920"/>
            <a:ext cx="109728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 MODULES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walk-through of admin security, analytics &amp; platform moderation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73152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Cash-Book: Smart Finance &amp; Digital Ledger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Portal: Secure Authentication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LOGIN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administrator login route (/admin/login).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Enforces role-based checks (is_admin === true).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Protection against unauthorized privilege escalation.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storage caching for rapid administrative workflow.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Overview: Real-Time Analytics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34440"/>
            <a:ext cx="47091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summary widgets: Total platform users, active ledgers, total cash volume.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visual charts breaking down growth velocity.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action links to review user reports and system alerts.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status monitoring for database and server load.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User Management: Account Moderation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34440"/>
            <a:ext cx="47091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MANAGEMENT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Tabular view of all registered users across the platform.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and filter accounts by email, username, or role.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suspend, reactivate, or delete user controls.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Inspection of user created cashbooks and activity timestamps.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Cashbook Registry &amp; Global Oversight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CASHBOOK REGISTRY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transaction audit ledger spanning all users.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monetary range, payment type, or suspicious flags.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 records ensuring database transaction integrity.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access to manage orphaned or shared cashbooks.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645920"/>
            <a:ext cx="109728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CLIENT MODULES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finances, digital cashbooks, credit ledger, receipts vault &amp; reports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73152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Cash-Book: Smart Finance &amp; Digital Ledger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Page: Modern Responsive Portal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PAGE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landing page with clear call-to-actions (Get Started, Sign In).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highlight cards illustrating the advantages of digital bookkeeping.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testimonials and responsive mobile/desktop layout.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onboarding path for new users.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Authentication: Login &amp; Sign Up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LOGIN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Sign In and Sign Up with validation.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 password encryption and JWT token exchange.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Persistent light/dark UI theme preference storage.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restoration to keep logged-in users productive.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Home Dashboard: Financial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34440"/>
            <a:ext cx="47091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Net Balance card (Total In vs Total Out).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Color-coded cash inflow (Green) and outflow (Red) metrics.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transaction feed with instant search and pagination.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access buttons to add entries or view ledger statements.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Cashbooks: Multi-Ledger Management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34440"/>
            <a:ext cx="47091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CASHBOOKS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unlimited segregated cashbooks (e.g. Home, Shop, Freelance).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Independent balances calculated per cashbook.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 one-click switching between active cashbooks.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cashbook indicators showing collaborator count.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Transactions: Fast Logging &amp; Popup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modal popup for friction-free transaction entry.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transaction type (Income vs Expense).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mode selection (Cash, Bank Transfer, UPI).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party tagging for credit and debit ledger syncing.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Party Ledger: Credit / Debit Tracking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40925"/>
            <a:ext cx="4709160" cy="312355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PARTY LEDGER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digitized ledger for tracking credit given and credit received.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cards for each party with Net Balance and credit/debt status indicator.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Single-click WhatsApp reminder generator with pre-filled credit balance message.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ledger timeline per person showing credits, debits, and settlements.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 &amp; Subscription Tracker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40925"/>
            <a:ext cx="47091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 &amp; SUBS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tracker for fixed monthly installments and subscriptions.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Due-date calendar views and countdown days remaining badges.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Auto-calculation of monthly recurring expenditure liability.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paid / active toggles to prevent missed deadline penalties.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Receipts Vault: Document Storage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34440"/>
            <a:ext cx="4709160" cy="314949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RECEIPTS VAULT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digital storage for paper bill proofs, invoices, and warranties.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image files directly attached to monetary transactions.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Full-screen modal image preview and download options.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receipts by merchant name, date, or amount.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Reminders &amp; Custom Payment Modes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34440"/>
            <a:ext cx="47091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MODE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and add customized payment channels (Cash, Google Pay, PhonePe, Cards).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scheduled reminder alerts for recurring supplier payments.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icons indicating transaction payment mode on statement feeds.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filter by payment channel in reports.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Cashbooks &amp; Member Invitations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40925"/>
            <a:ext cx="4709160" cy="30911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INVITATIONS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Invite business partners, accountants, or family via email address.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invitation approval workflow (Pending, Accepted, Rejected).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permissions preventing unauthorized modifications.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Collaborative live updates across invited members.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Analytics &amp; Exportable Reports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34440"/>
            <a:ext cx="47091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graphical analytics breaking down spending by category.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range filtering (Today, This Month, This Year, Custom).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export of financial statements to PDF and Excel/CSV.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Print-ready professional statement formatting for tax/accounting.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Settings: Security &amp; Active Sessions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34440"/>
            <a:ext cx="4709160" cy="312355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all active devices and browser login sessions.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 session revocation to terminate unauthorized logins.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information editing (Name, Phone Number, Password update).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Theme preferences with instant dark/light mode toggle.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Architecture &amp; Performance Engineering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173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Authentication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JSON Web Tokens with encrypted HMAC signing for API request authorization.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23444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4173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 Password Hashing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66160" y="17830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rounds of 10 applied to all passwords before database storage; zero plain-text storage.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23444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4173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Payload Sanitization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0" y="17830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schema validators and input scrubbing preventing NoSQL injection and XSS.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089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CORS &amp; Protection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Whitelisted origin access ensuring backend endpoints only accept valid requests.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92608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31089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Indexing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34747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index on user_email, cashbook_id, and date for sub-millisecond query returns.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92608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1089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Cache Optimization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7920" y="34747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caching and optimistic UI updates minimizing redundant backend network roundtrips.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 &amp; Technological Enhancements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749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Receipt OCR Scanner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17830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Tesseract.js / OpenAI Vision to automatically extract merchant name, date, and total amount from photographed bills.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3749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94960" y="1417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Cross-Platform Mobile App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0" y="17830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React Native iOS and Android companion apps with offline-first synchronization and biometric fingerprint login.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3749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108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SMS &amp; WhatsApp Bots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3474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scheduling bot dispatching friendly payment reminders and one-tap payment link receipts via Twilio/Meta API.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3749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94960" y="3108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Banking API Sync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3474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UPI and bank account feeds for automatic transaction logging without manual user input.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D18C586-FD3F-57D8-01DC-76C54A985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33784"/>
            <a:ext cx="632176" cy="63217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44E5987-9CAD-791C-9BB8-BBEB6AD7F8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254" b="16533"/>
          <a:stretch>
            <a:fillRect/>
          </a:stretch>
        </p:blipFill>
        <p:spPr>
          <a:xfrm>
            <a:off x="4758832" y="1259732"/>
            <a:ext cx="632176" cy="63217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 &amp; Bibliography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Technical Resources:
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Official Documentation: </a:t>
            </a:r>
            <a:r>
              <a:rPr lang="en-IN" sz="1200" u="sng" dirty="0">
                <a:hlinkClick r:id="rId3"/>
              </a:rPr>
              <a:t>https://reactjs.org/docs/getting-started.html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 Node.js &amp; Express API Reference: </a:t>
            </a:r>
            <a:r>
              <a:rPr lang="en-IN" sz="1200" u="sng" dirty="0">
                <a:hlinkClick r:id="rId4"/>
              </a:rPr>
              <a:t>https://nodejs.org/en/docs/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IN" sz="1100" u="sng" dirty="0">
                <a:hlinkClick r:id="rId5"/>
              </a:rPr>
              <a:t>https://expressjs.com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 MongoDB :</a:t>
            </a:r>
            <a:r>
              <a:rPr lang="en-IN" dirty="0"/>
              <a:t> </a:t>
            </a:r>
            <a:r>
              <a:rPr lang="en-IN" sz="1200" u="sng" dirty="0">
                <a:hlinkClick r:id="rId6"/>
              </a:rPr>
              <a:t>https://docs.mongodb.com/manual/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 Tailwind CSS Design </a:t>
            </a:r>
            <a:r>
              <a:rPr lang="en-IN" sz="1200" u="sng" dirty="0">
                <a:solidFill>
                  <a:schemeClr val="accent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 Gemini for Diagrams </a:t>
            </a:r>
            <a:r>
              <a:rPr lang="en-US" sz="11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IN" sz="1200" dirty="0">
                <a:solidFill>
                  <a:schemeClr val="accent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https://gemini.google.com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Guidance &amp; Support:
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Prof. V. B. Shah Institute of Management &amp;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Sutex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Bank College of Computer Applications &amp; Science,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Amroli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 Guidance and Mentorship by  (Assistant Professor)
•  Veer Narmad South Gujarat University (VNSGU), Surat</a:t>
            </a:r>
            <a:endParaRPr lang="en-US" sz="1150" dirty="0"/>
          </a:p>
        </p:txBody>
      </p:sp>
      <p:pic>
        <p:nvPicPr>
          <p:cNvPr id="5" name="Picture 4">
            <a:hlinkClick r:id="rId8"/>
            <a:extLst>
              <a:ext uri="{FF2B5EF4-FFF2-40B4-BE49-F238E27FC236}">
                <a16:creationId xmlns:a16="http://schemas.microsoft.com/office/drawing/2014/main" id="{212095A1-D549-0339-D34F-5A43C8112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3957" y="2451775"/>
            <a:ext cx="239949" cy="23994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640080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463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Cash-Book: Smart Finance &amp; Digital Ledger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 or Feedback?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Bhuva Jeel M.  •  Savsaviya Kushal B.  •  Narola Jash 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2787</Words>
  <Application>Microsoft Office PowerPoint</Application>
  <PresentationFormat>On-screen Show (16:9)</PresentationFormat>
  <Paragraphs>450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Jash Narola</cp:lastModifiedBy>
  <cp:revision>69</cp:revision>
  <dcterms:created xsi:type="dcterms:W3CDTF">2026-10-11T08:26:05Z</dcterms:created>
  <dcterms:modified xsi:type="dcterms:W3CDTF">2026-10-14T02:20:53Z</dcterms:modified>
</cp:coreProperties>
</file>